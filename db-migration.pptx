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Migration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Lovable-managed to your own Supabase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Kyrill Skincare  |  Supabase +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created the database automatically. This means: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45920"/>
            <a:ext cx="54864" cy="1234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Full Admin Access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controls the Supabase project, limiting what we can configure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6459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45920"/>
            <a:ext cx="54864" cy="1234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Custom Functions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write triggers, automated calculations, or server-side business logic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3200400"/>
            <a:ext cx="54864" cy="1234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Lock-in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Lovable changes pricing, shuts down, or breaks something — the database goes with 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320040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200400"/>
            <a:ext cx="54864" cy="1234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Security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834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fully configure row-level security policies or custom auth rules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Doing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463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the database to your own Supabase project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technology (PostgreSQL + Supabase), just under your ownership and control.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2377440" cy="10972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337560" y="3200400"/>
            <a:ext cx="2377440" cy="10972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3756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035040" y="3200400"/>
            <a:ext cx="2377440" cy="10972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3504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Gives Us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9728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34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Ownership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under your account, not Lovable's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09728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1234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Server Logic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66160" y="1554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 alerts, order workflows, report generation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109728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26480" y="109728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234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Security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1554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data access and permissions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25603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256032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Vendor Lock-in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switch platforms or scale up anytime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83280" y="25603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383280" y="256032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0"/>
          <p:cNvSpPr/>
          <p:nvPr/>
        </p:nvSpPr>
        <p:spPr>
          <a:xfrm>
            <a:off x="3566160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 Backups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56616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backup schedules and disaster recovery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26480" y="256032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26480" y="256032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26974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API Access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0936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Kyrill website connects directly — no middleman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Cost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03320" cy="22860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22860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Data Loss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export everything first, verify the migration, and only switch over once confirmed.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small (~700 records) — a clean, low-risk operation.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1280160"/>
            <a:ext cx="3703320" cy="22860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280160"/>
            <a:ext cx="54864" cy="22860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1206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 Additional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12064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free tier covers this project easily. No additional cost to you.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tech. Your control. Zero risk. Zero cost.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Migration Proposal</dc:title>
  <dc:subject>PptxGenJS Presentation</dc:subject>
  <dc:creator>Edson</dc:creator>
  <cp:lastModifiedBy>Edson</cp:lastModifiedBy>
  <cp:revision>1</cp:revision>
  <dcterms:created xsi:type="dcterms:W3CDTF">2026-03-11T08:35:12Z</dcterms:created>
  <dcterms:modified xsi:type="dcterms:W3CDTF">2026-03-11T08:35:12Z</dcterms:modified>
</cp:coreProperties>
</file>